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457200"/>
            <a:ext cx="3657600" cy="2286000"/>
          </a:xfrm>
          <a:prstGeom prst="rect">
            <a:avLst/>
          </a:prstGeom>
          <a:solidFill>
            <a:srgbClr val="242540"/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-914400" y="3657600"/>
            <a:ext cx="3657600" cy="2286000"/>
          </a:xfrm>
          <a:prstGeom prst="rect">
            <a:avLst/>
          </a:prstGeom>
          <a:solidFill>
            <a:srgbClr val="24254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1097280" cy="54864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Code入門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AIと一緒にコードを書く、新しい開発体験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Codeとは？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91440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3108960"/>
          </a:xfrm>
          <a:prstGeom prst="rect">
            <a:avLst/>
          </a:prstGeom>
          <a:solidFill>
            <a:srgbClr val="D495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37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ターミナルで動くAIアシスタント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Codeは、Anthropic公式のCLIツールです。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ターミナル上でClaudeと対話しながら、コードの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作成・編集・デバッグ・リファクタリングなど、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あらゆる開発タスクをこなすことができます。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ファイルの読み書き、コマンド実行、Git操作まで、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開発ワークフロー全体をサポートします。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554480"/>
            <a:ext cx="457200" cy="45720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コード生成・編集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0" y="224028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52160" y="2331720"/>
            <a:ext cx="457200" cy="45720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231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バグ修正・リファクタ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669280" y="301752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52160" y="3108960"/>
            <a:ext cx="457200" cy="45720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004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22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コマンド実行・Git操作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669280" y="3794760"/>
            <a:ext cx="2926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852160" y="3886200"/>
            <a:ext cx="457200" cy="45720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776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9224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コードの解説・質問応答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セットアップ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91440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27048"/>
            <a:ext cx="640080" cy="64008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27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5727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0" y="1444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60320" y="18470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7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340864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2514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05840" y="2670048"/>
            <a:ext cx="640080" cy="64008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2670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71576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587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560320" y="29900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コマンドを実行し、Anthropicアカウントでログイン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483864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05840" y="3813048"/>
            <a:ext cx="640080" cy="64008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20" name="Text 14"/>
          <p:cNvSpPr/>
          <p:nvPr/>
        </p:nvSpPr>
        <p:spPr>
          <a:xfrm>
            <a:off x="1005840" y="3813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85876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560320" y="3730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2560320" y="41330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プロジェクトのディレクトリで claude を実行して開始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基本的な使い方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91440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754880" cy="32918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463040"/>
            <a:ext cx="137160" cy="13716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463040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このファイルのバグを修正して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ファイルを読み込んでいます...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バグを特定しました。修正します。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src/app.ts を修正しました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テストが全てパスしました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1371600"/>
            <a:ext cx="54864" cy="91440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444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自然言語で指示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日本語でやりたいことを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伝えるだけでOK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46888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468880"/>
            <a:ext cx="54864" cy="91440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コンテキスト理解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プロジェクト全体を把握し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最適な変更を提案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56616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3566160"/>
            <a:ext cx="54864" cy="91440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639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安全な実行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変更前に確認を求め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リスクのある操作を防止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便利な機能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91440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スラッシュコマンド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/commit, /review-pr など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ワンコマンドで定型操作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3716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55448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MCP連携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033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外部ツール・サービスと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シームレスに接続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3716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ツール実行時に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カスタムスクリプトを自動実行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0632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マルチファイル編集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複数ファイルを同時に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理解・編集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520440" y="30632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03320" y="324612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3375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4340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Git操作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70332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コミット、ブランチ作成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PR作成をAIがサポート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30632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246120"/>
            <a:ext cx="502920" cy="502920"/>
          </a:xfrm>
          <a:prstGeom prst="ellipse">
            <a:avLst/>
          </a:prstGeom>
          <a:solidFill>
            <a:srgbClr val="F8F5F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3375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9224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プロジェクト固有の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ルールや指示を定義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活用のヒント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91440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270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具体的に指示する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38328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「このファイルのログイン関数にバリデーションを追加して」のように、対象と目的を明確に伝えると精度が上がります。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957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CLAUDE.mdを活用する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2286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プロジェクトのコーディング規約やアーキテクチャをCLAUDE.mdに書いておくと、一貫性のあるコードを生成します。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644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段階的に進める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383280" y="3154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大きなタスクは小さなステップに分けて依頼すると、確認しながら安全に進められます。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3308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レビューを忘れずに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38328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AIが生成したコードは必ず確認してください。変更内容の差分を見て、意図通りかチェックしましょう。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731520"/>
            <a:ext cx="4572000" cy="2743200"/>
          </a:xfrm>
          <a:prstGeom prst="rect">
            <a:avLst/>
          </a:prstGeom>
          <a:solidFill>
            <a:srgbClr val="242540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-1371600" y="3200400"/>
            <a:ext cx="4572000" cy="2743200"/>
          </a:xfrm>
          <a:prstGeom prst="rect">
            <a:avLst/>
          </a:prstGeom>
          <a:solidFill>
            <a:srgbClr val="24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645920"/>
            <a:ext cx="109728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さあ、はじめよう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0D4B8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@anthropic-ai/claude-code でインストール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0D4B8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プロジェクトディレクトリで claude を実行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0D4B8"/>
                </a:solidFill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自然言語で開発タスクを依頼するだけ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claude.ai/claude-code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Code入門</dc:title>
  <dc:subject>PptxGenJS Presentation</dc:subject>
  <dc:creator>Claude Code</dc:creator>
  <cp:lastModifiedBy>Claude Code</cp:lastModifiedBy>
  <cp:revision>1</cp:revision>
  <dcterms:created xsi:type="dcterms:W3CDTF">2026-04-13T01:50:06Z</dcterms:created>
  <dcterms:modified xsi:type="dcterms:W3CDTF">2026-04-13T01:50:06Z</dcterms:modified>
</cp:coreProperties>
</file>